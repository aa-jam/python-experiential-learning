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639" y="2112437"/>
            <a:ext cx="27947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375" y="333769"/>
            <a:ext cx="7973249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4246" y="1400283"/>
            <a:ext cx="6630034" cy="1988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250" y="285368"/>
            <a:ext cx="800608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8355" marR="207391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Experiential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Learning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Assessment-</a:t>
            </a:r>
            <a:r>
              <a:rPr sz="3200" spc="-50" dirty="0">
                <a:latin typeface="Times New Roman"/>
                <a:cs typeface="Times New Roman"/>
              </a:rPr>
              <a:t>I </a:t>
            </a:r>
            <a:r>
              <a:rPr sz="3200" spc="-25" dirty="0"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“</a:t>
            </a:r>
            <a:r>
              <a:rPr lang="en-US" sz="3200" dirty="0">
                <a:solidFill>
                  <a:srgbClr val="0000FF"/>
                </a:solidFill>
                <a:latin typeface="Times New Roman"/>
                <a:cs typeface="Times New Roman"/>
              </a:rPr>
              <a:t>Tie Tac Toe Game.</a:t>
            </a:r>
            <a:r>
              <a:rPr sz="3200" spc="-10" dirty="0">
                <a:solidFill>
                  <a:srgbClr val="0000FF"/>
                </a:solidFill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97" y="2238120"/>
            <a:ext cx="660145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33172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lang="en-US" sz="2000" b="1" spc="-25" dirty="0">
                <a:latin typeface="Times New Roman"/>
                <a:cs typeface="Times New Roman"/>
              </a:rPr>
              <a:t>Aarushi Jambhulkar</a:t>
            </a:r>
            <a:r>
              <a:rPr sz="2000" b="1" spc="-10" dirty="0">
                <a:latin typeface="Times New Roman"/>
                <a:cs typeface="Times New Roman"/>
              </a:rPr>
              <a:t> [CM25</a:t>
            </a:r>
            <a:r>
              <a:rPr lang="en-US" sz="2000" b="1" spc="-10" dirty="0">
                <a:latin typeface="Times New Roman"/>
                <a:cs typeface="Times New Roman"/>
              </a:rPr>
              <a:t>001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422" y="3292240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75" y="4662423"/>
            <a:ext cx="7997825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86000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3870">
              <a:lnSpc>
                <a:spcPts val="231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5488" y="892047"/>
            <a:ext cx="6627495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0985" algn="l"/>
              </a:tabLst>
            </a:pP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statement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Objectives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Algorithm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Flowchart/pseudocode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Understanding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logic</a:t>
            </a:r>
            <a:endParaRPr sz="1900">
              <a:latin typeface="Calibri"/>
              <a:cs typeface="Calibri"/>
            </a:endParaRPr>
          </a:p>
          <a:p>
            <a:pPr marL="260985" marR="5080" indent="-248285">
              <a:lnSpc>
                <a:spcPct val="100000"/>
              </a:lnSpc>
              <a:buFont typeface="Arial MT"/>
              <a:buChar char="•"/>
              <a:tabLst>
                <a:tab pos="262255" algn="l"/>
              </a:tabLst>
            </a:pPr>
            <a:r>
              <a:rPr sz="1900" dirty="0">
                <a:latin typeface="Calibri"/>
                <a:cs typeface="Calibri"/>
              </a:rPr>
              <a:t>GitHub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account,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repository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creation,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uploading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meaningful 	</a:t>
            </a:r>
            <a:r>
              <a:rPr sz="1900" dirty="0">
                <a:latin typeface="Calibri"/>
                <a:cs typeface="Calibri"/>
              </a:rPr>
              <a:t>commits,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collaboration,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individual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contribution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791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746" y="1178007"/>
            <a:ext cx="6551295" cy="417614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Traditional Tic Tac Toe requires a clear board and rule-based turn management.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Players need an interactive way to enter moves and see the current game state.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Invalid inputs, such as occupied or out-of-range positions, must be handled safely.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The program must determine whether X or O wins after every valid move.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If all nine positions are filled without a winner, the game should declare a draw.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 The project should allow a new game after completion.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The aim is to demonstrate practical Python logic through a simple, user-friendly game.</a:t>
            </a:r>
          </a:p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746" y="1017446"/>
            <a:ext cx="7307580" cy="85215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 dirty="0">
              <a:latin typeface="Arial MT"/>
              <a:cs typeface="Arial MT"/>
            </a:endParaRPr>
          </a:p>
          <a:p>
            <a:pPr marL="363855">
              <a:lnSpc>
                <a:spcPct val="100000"/>
              </a:lnSpc>
            </a:pPr>
            <a:r>
              <a:rPr sz="1600" spc="-5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B6442-50BE-63BA-0D07-2E1BFD39E9C0}"/>
              </a:ext>
            </a:extLst>
          </p:cNvPr>
          <p:cNvSpPr txBox="1"/>
          <p:nvPr/>
        </p:nvSpPr>
        <p:spPr>
          <a:xfrm>
            <a:off x="1199535" y="1356852"/>
            <a:ext cx="6496665" cy="3182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develop a Python-based Tic Tac Toe game using a 3×3 grid.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allow two players to play alternately using X and O.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validate user input and prevent invalid or repeated moves.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 To implement winner detection using rows, columns and diagonals.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identify draw conditions when the board becomes full.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provide an option to start a new game.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understand and apply core Python concepts such as lists, loops, functions and conditional statements.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5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To practice GitHub-based version control and collaboration.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746" y="1093820"/>
            <a:ext cx="6829425" cy="37067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Start the program.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Create a 3×3 board with empty positions.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Set the current player as X.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Display the board and ask the player for a valid position.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Place the player's symbol in the selected empty position.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Check all rows, columns and diagonals for a winning combination.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If a winner is found, display the winner and end the game.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If the board is full without a winner, display Draw and end the game.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Otherwise switch the player from X to O or O to X and repeat.</a:t>
            </a:r>
          </a:p>
          <a:p>
            <a:pPr marL="285750" indent="-285750">
              <a:spcAft>
                <a:spcPts val="700"/>
              </a:spcAft>
              <a:buFont typeface="Wingdings" panose="05000000000000000000" pitchFamily="2" charset="2"/>
              <a:buChar char="Ø"/>
              <a:defRPr sz="1300">
                <a:solidFill>
                  <a:srgbClr val="232323"/>
                </a:solidFill>
                <a:latin typeface="Arial"/>
              </a:defRPr>
            </a:pPr>
            <a:r>
              <a:rPr lang="en-US" sz="1600" dirty="0"/>
              <a:t> Offer the option to start a new game.</a:t>
            </a: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63855" algn="l"/>
              </a:tabLst>
            </a:pP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Flowchart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849BC7-8F6B-E5B1-EB2F-EEBD0C79E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01128"/>
            <a:ext cx="8305800" cy="5294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python</a:t>
            </a:r>
            <a:r>
              <a:rPr spc="-35" dirty="0"/>
              <a:t> </a:t>
            </a:r>
            <a:r>
              <a:rPr spc="-10" dirty="0"/>
              <a:t>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52446-30FB-BF1B-549A-7CA1A7D1190C}"/>
              </a:ext>
            </a:extLst>
          </p:cNvPr>
          <p:cNvSpPr txBox="1"/>
          <p:nvPr/>
        </p:nvSpPr>
        <p:spPr>
          <a:xfrm>
            <a:off x="850392" y="1252728"/>
            <a:ext cx="3694176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rPr dirty="0"/>
              <a:t>board = [" "] * 9</a:t>
            </a:r>
            <a:br>
              <a:rPr dirty="0"/>
            </a:br>
            <a:br>
              <a:rPr dirty="0"/>
            </a:br>
            <a:r>
              <a:rPr dirty="0"/>
              <a:t>winning = [</a:t>
            </a:r>
            <a:br>
              <a:rPr dirty="0"/>
            </a:br>
            <a:r>
              <a:rPr dirty="0"/>
              <a:t>    (0,1,2), (3,4,5), (6,7,8),</a:t>
            </a:r>
            <a:br>
              <a:rPr dirty="0"/>
            </a:br>
            <a:r>
              <a:rPr dirty="0"/>
              <a:t>    (0,3,6), (1,4,7), (2,5,8),</a:t>
            </a:r>
            <a:br>
              <a:rPr dirty="0"/>
            </a:br>
            <a:r>
              <a:rPr dirty="0"/>
              <a:t>    (0,4,8), (2,4,6)</a:t>
            </a:r>
            <a:br>
              <a:rPr dirty="0"/>
            </a:br>
            <a:r>
              <a:rPr dirty="0"/>
              <a:t>]</a:t>
            </a:r>
            <a:br>
              <a:rPr dirty="0"/>
            </a:br>
            <a:br>
              <a:rPr dirty="0"/>
            </a:br>
            <a:r>
              <a:rPr dirty="0"/>
              <a:t>for a, b, c in winning:</a:t>
            </a:r>
            <a:br>
              <a:rPr dirty="0"/>
            </a:br>
            <a:r>
              <a:rPr dirty="0"/>
              <a:t>    if board[a] == board[b] == board[c] != " ":</a:t>
            </a:r>
            <a:br>
              <a:rPr dirty="0"/>
            </a:br>
            <a:r>
              <a:rPr dirty="0"/>
              <a:t>        winner = board[a]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39D40-E5C0-8AEB-AA63-08265C1DE8CF}"/>
              </a:ext>
            </a:extLst>
          </p:cNvPr>
          <p:cNvSpPr txBox="1"/>
          <p:nvPr/>
        </p:nvSpPr>
        <p:spPr>
          <a:xfrm>
            <a:off x="1002792" y="1405128"/>
            <a:ext cx="3694176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rPr dirty="0"/>
              <a:t>board = [" "] * 9</a:t>
            </a:r>
            <a:br>
              <a:rPr dirty="0"/>
            </a:br>
            <a:br>
              <a:rPr dirty="0"/>
            </a:br>
            <a:r>
              <a:rPr dirty="0"/>
              <a:t>winning = [</a:t>
            </a:r>
            <a:br>
              <a:rPr dirty="0"/>
            </a:br>
            <a:r>
              <a:rPr dirty="0"/>
              <a:t>    (0,1,2), (3,4,5), (6,7,8),</a:t>
            </a:r>
            <a:br>
              <a:rPr dirty="0"/>
            </a:br>
            <a:r>
              <a:rPr dirty="0"/>
              <a:t>    (0,3,6), (1,4,7), (2,5,8),</a:t>
            </a:r>
            <a:br>
              <a:rPr dirty="0"/>
            </a:br>
            <a:r>
              <a:rPr dirty="0"/>
              <a:t>    (0,4,8), (2,4,6)</a:t>
            </a:r>
            <a:br>
              <a:rPr dirty="0"/>
            </a:br>
            <a:r>
              <a:rPr dirty="0"/>
              <a:t>]</a:t>
            </a:r>
            <a:br>
              <a:rPr dirty="0"/>
            </a:br>
            <a:br>
              <a:rPr dirty="0"/>
            </a:br>
            <a:r>
              <a:rPr dirty="0"/>
              <a:t>for a, b, c in winning:</a:t>
            </a:r>
            <a:br>
              <a:rPr dirty="0"/>
            </a:br>
            <a:r>
              <a:rPr dirty="0"/>
              <a:t>    if board[a] == board[b] == board[c] != " ":</a:t>
            </a:r>
            <a:br>
              <a:rPr dirty="0"/>
            </a:br>
            <a:r>
              <a:rPr dirty="0"/>
              <a:t>        winner = board[a]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D7AA4-4491-AC7D-C31E-37158EFE06C7}"/>
              </a:ext>
            </a:extLst>
          </p:cNvPr>
          <p:cNvSpPr txBox="1"/>
          <p:nvPr/>
        </p:nvSpPr>
        <p:spPr>
          <a:xfrm>
            <a:off x="3810000" y="1557528"/>
            <a:ext cx="4648200" cy="424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Functions organize tasks such as </a:t>
            </a:r>
            <a:r>
              <a:rPr lang="en-US" dirty="0" err="1"/>
              <a:t>display_board</a:t>
            </a:r>
            <a:r>
              <a:rPr lang="en-US" dirty="0"/>
              <a:t>(), </a:t>
            </a:r>
            <a:r>
              <a:rPr lang="en-US" dirty="0" err="1"/>
              <a:t>get_move</a:t>
            </a:r>
            <a:r>
              <a:rPr lang="en-US" dirty="0"/>
              <a:t>() and </a:t>
            </a:r>
            <a:r>
              <a:rPr lang="en-US" dirty="0" err="1"/>
              <a:t>check_winner</a:t>
            </a:r>
            <a:r>
              <a:rPr lang="en-US" dirty="0"/>
              <a:t>().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while loops keep the game running until a winner or draw occurs.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if / </a:t>
            </a:r>
            <a:r>
              <a:rPr lang="en-US" dirty="0" err="1"/>
              <a:t>elif</a:t>
            </a:r>
            <a:r>
              <a:rPr lang="en-US" dirty="0"/>
              <a:t> / else handle validation, win conditions and draw conditions.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for loops check every possible winning combination.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Input is converted and validated before updating the board.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The current-player variable switches between X and O.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Lists represent the nine board positions.</a:t>
            </a:r>
          </a:p>
          <a:p>
            <a:pPr>
              <a:spcAft>
                <a:spcPts val="700"/>
              </a:spcAft>
              <a:defRPr sz="1250">
                <a:solidFill>
                  <a:srgbClr val="232323"/>
                </a:solidFill>
                <a:latin typeface="Arial"/>
              </a:defRPr>
            </a:pPr>
            <a:endParaRPr lang="en-US" dirty="0"/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br>
              <a:rPr dirty="0"/>
            </a:br>
            <a:r>
              <a:rPr dirty="0"/>
              <a:t>    (0,1,2), (3,4,5), (6,7,8),</a:t>
            </a:r>
            <a:br>
              <a:rPr dirty="0"/>
            </a:br>
            <a:r>
              <a:rPr dirty="0"/>
              <a:t>    (0,3,6), (1,4,7), (2,5,8),</a:t>
            </a:r>
            <a:br>
              <a:rPr dirty="0"/>
            </a:br>
            <a:r>
              <a:rPr dirty="0"/>
              <a:t>    (0,4,8), (2,4,6)</a:t>
            </a:r>
            <a:br>
              <a:rPr dirty="0"/>
            </a:br>
            <a:r>
              <a:rPr dirty="0"/>
              <a:t>]</a:t>
            </a:r>
            <a:br>
              <a:rPr dirty="0"/>
            </a:br>
            <a:br>
              <a:rPr dirty="0"/>
            </a:br>
            <a:r>
              <a:rPr dirty="0"/>
              <a:t>for a, b, c in winning:</a:t>
            </a:r>
            <a:br>
              <a:rPr dirty="0"/>
            </a:br>
            <a:r>
              <a:rPr dirty="0"/>
              <a:t>    if board[a] == board[b] == board[c]</a:t>
            </a:r>
            <a:r>
              <a:rPr lang="en-US" dirty="0" err="1"/>
              <a:t>lkkkk</a:t>
            </a:r>
            <a:r>
              <a:rPr dirty="0"/>
              <a:t> != " ":</a:t>
            </a:r>
            <a:br>
              <a:rPr dirty="0"/>
            </a:br>
            <a:r>
              <a:rPr dirty="0"/>
              <a:t>        winner = board[a]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3DBADC-EBEE-E98E-E12E-2A208EBCBE6C}"/>
              </a:ext>
            </a:extLst>
          </p:cNvPr>
          <p:cNvSpPr/>
          <p:nvPr/>
        </p:nvSpPr>
        <p:spPr>
          <a:xfrm>
            <a:off x="304800" y="953528"/>
            <a:ext cx="3124200" cy="32588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board = [" "] * 9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winning = [</a:t>
            </a:r>
            <a:br>
              <a:rPr lang="en-US" dirty="0"/>
            </a:br>
            <a:r>
              <a:rPr lang="en-US" dirty="0"/>
              <a:t>    (0,1,2), (3,4,5), (6,7,8),</a:t>
            </a:r>
            <a:br>
              <a:rPr lang="en-US" dirty="0"/>
            </a:br>
            <a:r>
              <a:rPr lang="en-US" dirty="0"/>
              <a:t>    (0,3,6), (1,4,7), (2,5,8),</a:t>
            </a:r>
            <a:br>
              <a:rPr lang="en-US" dirty="0"/>
            </a:br>
            <a:r>
              <a:rPr lang="en-US" dirty="0"/>
              <a:t>    (0,4,8), (2,4,6)</a:t>
            </a:r>
            <a:br>
              <a:rPr lang="en-US" dirty="0"/>
            </a:br>
            <a:r>
              <a:rPr lang="en-US" dirty="0"/>
              <a:t>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a, b, c in winning:</a:t>
            </a:r>
            <a:br>
              <a:rPr lang="en-US" dirty="0"/>
            </a:br>
            <a:r>
              <a:rPr lang="en-US" dirty="0"/>
              <a:t>    if board[a] == board[b] == board[c] != " ":</a:t>
            </a:r>
            <a:br>
              <a:rPr lang="en-US" dirty="0"/>
            </a:br>
            <a:r>
              <a:rPr lang="en-US" dirty="0"/>
              <a:t>        winner = board[a]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60" dirty="0"/>
              <a:t> </a:t>
            </a:r>
            <a:r>
              <a:rPr dirty="0"/>
              <a:t>Graphical</a:t>
            </a:r>
            <a:r>
              <a:rPr spc="-55" dirty="0"/>
              <a:t> </a:t>
            </a:r>
            <a:r>
              <a:rPr dirty="0"/>
              <a:t>Representation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585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3BAEF-CA97-DEDA-EF8C-7420C08AE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47" y="779005"/>
            <a:ext cx="827630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6075" y="292329"/>
            <a:ext cx="61582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7.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GitHub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Account,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Repository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4246" y="1287721"/>
            <a:ext cx="7127240" cy="23089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Account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personal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account.</a:t>
            </a:r>
            <a:endParaRPr sz="1600" dirty="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lang="en-IN" sz="1600" dirty="0">
                <a:solidFill>
                  <a:schemeClr val="tx1"/>
                </a:solidFill>
                <a:latin typeface="Times New Roman"/>
                <a:cs typeface="Times New Roman"/>
              </a:rPr>
              <a:t>Tie Tac Toe Game.</a:t>
            </a: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Python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files.</a:t>
            </a:r>
            <a:endParaRPr sz="1600" dirty="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Meaningful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clear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messages.</a:t>
            </a:r>
            <a:endParaRPr sz="1600" dirty="0">
              <a:latin typeface="Arial MT"/>
              <a:cs typeface="Arial MT"/>
            </a:endParaRPr>
          </a:p>
          <a:p>
            <a:pPr marL="363855" marR="424180" indent="-351790">
              <a:lnSpc>
                <a:spcPts val="2300"/>
              </a:lnSpc>
              <a:spcBef>
                <a:spcPts val="5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Collaboration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teamwork,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sharing,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branches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20" dirty="0">
                <a:latin typeface="Arial MT"/>
                <a:cs typeface="Arial MT"/>
              </a:rPr>
              <a:t> pull </a:t>
            </a:r>
            <a:r>
              <a:rPr sz="1600" spc="-10" dirty="0">
                <a:latin typeface="Arial MT"/>
                <a:cs typeface="Arial MT"/>
              </a:rPr>
              <a:t>requests.</a:t>
            </a:r>
            <a:endParaRPr sz="1600" dirty="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1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member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work.</a:t>
            </a:r>
            <a:endParaRPr sz="1600" dirty="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manage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updates.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8.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Individual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Contribution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24246" y="1400283"/>
            <a:ext cx="6630034" cy="243720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Problem Analysis – Understood the requirements of the Tic Tac Toe game.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Algorithm Design – Designed the steps for turns, validation, winner detection and draw handling.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Python Coding – Implemented the game board and core game logic in Python.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Testing – Tested winning combinations, draw condition and invalid inputs.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GitHub Contribution – Created/managed the repository, uploaded code and made meaningful commits.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• Documentation &amp; PPT – Prepared project explanation, flowchart and presentation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375" y="333769"/>
            <a:ext cx="7973249" cy="57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Output</a:t>
            </a:r>
            <a:br>
              <a:rPr lang="en-US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br>
              <a:rPr lang="en-IN" spc="-10" dirty="0"/>
            </a:br>
            <a:endParaRPr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39152-121C-FEE5-89FA-5B9FFEEF1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40596"/>
            <a:ext cx="7772400" cy="5452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0000FF"/>
                </a:solidFill>
                <a:latin typeface="Calibri"/>
                <a:cs typeface="Calibri"/>
              </a:rPr>
              <a:t>Thank</a:t>
            </a:r>
            <a:r>
              <a:rPr sz="5000" spc="-1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5000" spc="-25" dirty="0">
                <a:solidFill>
                  <a:srgbClr val="0000FF"/>
                </a:solidFill>
                <a:latin typeface="Calibri"/>
                <a:cs typeface="Calibri"/>
              </a:rPr>
              <a:t>You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7419" y="3318733"/>
            <a:ext cx="5704840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rgbClr val="0000FF"/>
                </a:solidFill>
                <a:latin typeface="Times New Roman"/>
                <a:cs typeface="Times New Roman"/>
              </a:rPr>
              <a:t>                  </a:t>
            </a:r>
            <a:r>
              <a:rPr lang="en-IN" sz="2400" dirty="0">
                <a:solidFill>
                  <a:schemeClr val="tx1"/>
                </a:solidFill>
                <a:latin typeface="Times New Roman"/>
                <a:cs typeface="Times New Roman"/>
              </a:rPr>
              <a:t>Tie Tac Toe Game</a:t>
            </a:r>
            <a:r>
              <a:rPr lang="en-IN" sz="240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chemeClr val="tx1"/>
                </a:solidFill>
                <a:latin typeface="Times New Roman"/>
                <a:cs typeface="Times New Roman"/>
              </a:rPr>
              <a:t>-Aarushi </a:t>
            </a:r>
            <a:r>
              <a:rPr lang="en-IN" dirty="0" err="1">
                <a:solidFill>
                  <a:schemeClr val="tx1"/>
                </a:solidFill>
                <a:latin typeface="Times New Roman"/>
                <a:cs typeface="Times New Roman"/>
              </a:rPr>
              <a:t>janbhulkar</a:t>
            </a:r>
            <a:r>
              <a:rPr lang="en-IN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1058</Words>
  <Application>Microsoft Office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Times New Roman</vt:lpstr>
      <vt:lpstr>Wingdings</vt:lpstr>
      <vt:lpstr>Office Theme</vt:lpstr>
      <vt:lpstr>Experiential Learning Project Assessment-I on “Tie Tac Toe Game.”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6. Graphical Representation and Working</vt:lpstr>
      <vt:lpstr>7. GitHub Account, Repository &amp; Collaboration</vt:lpstr>
      <vt:lpstr>8. Individual Contribution</vt:lpstr>
      <vt:lpstr>9. Result / Expected Output 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aarushijambhulkar@outlook.com</cp:lastModifiedBy>
  <cp:revision>3</cp:revision>
  <dcterms:created xsi:type="dcterms:W3CDTF">2026-08-17T10:34:47Z</dcterms:created>
  <dcterms:modified xsi:type="dcterms:W3CDTF">2026-08-17T15:53:26Z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2026-08-17T00:00:00Z</vt:filetime>
  </property>
</Properties>
</file>